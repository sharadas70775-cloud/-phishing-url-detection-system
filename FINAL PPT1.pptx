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1" d="100"/>
          <a:sy n="41" d="100"/>
        </p:scale>
        <p:origin x="326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A3D7-F56D-18D9-164E-0A36F7145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br>
              <a:rPr lang="en-IN" b="1" dirty="0"/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URL Detection 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F0DF2-3104-3B9A-B0B0-F2642CC73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721768"/>
            <a:ext cx="8637073" cy="1691200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 Name: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SHARADA 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Institute: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MINDENIOUS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52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D3E4-154E-2985-8C06-00CBA92D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53CA-8DC2-0828-841A-962D807B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 cyberattack that uses fake websites or links to steal sensitive information.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often imitate trusted websites and services.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phishing URL may look legitimate but contain suspicious structural patterns.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 learn these patterns and help classify URLs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8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8DB8-5E6E-597A-AD8C-8C147E97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 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7F8F-5EFD-3EDB-EEB5-72F3AED0C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 blacklist-based systems depend on previously identified malicious URLs.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Newly created phishing URLs may not yet appear in these databases.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fast way to assess suspicious links.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 characteristics to identify potential phishing attempts.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57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22EF-99D8-08C0-5DBD-9CFADFDB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 Objectives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88AD5-BF14-4445-0BEC-86C91BE3B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 a URL from the user.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structural and security-related features.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the extracted features using Machine Learning.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URL as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relevant features that contributed to the prediction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4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E4F1-E4B3-417E-80FC-62C50BFB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 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E1C6-8D22-763C-BB0B-335EDF13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URL Blacklisting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URLs against known malicious URL databases.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previously identified threats.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database updates.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recognize newly generated phishing URLs.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limited information about why a URL is suspicious.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69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6C3D-316D-CE9D-839E-B101DF42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 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588C-CFC1-07EA-CA47-239DEDC17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 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features directly from the URL.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trained ML classifier to identify patterns.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URLs that are not present in a blacklist.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prediction quickly.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display suspicious characteristics for greater transparency.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80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068B-5437-2ADF-9614-611C02A1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 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1DC7B-FDCD-7FC7-89A1-8E74CEA55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997" y="2015732"/>
            <a:ext cx="9897858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 URL</a:t>
            </a: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  Extraction</a:t>
            </a: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 </a:t>
            </a: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Machine │ │ Learning Model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799B5BCE-62C8-5058-D849-8044F41F8BF9}"/>
              </a:ext>
            </a:extLst>
          </p:cNvPr>
          <p:cNvSpPr/>
          <p:nvPr/>
        </p:nvSpPr>
        <p:spPr>
          <a:xfrm>
            <a:off x="2444620" y="2947943"/>
            <a:ext cx="335902" cy="635011"/>
          </a:xfrm>
          <a:prstGeom prst="downArrow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A136F5D-5B6A-83E7-1A60-D8509ECF1402}"/>
              </a:ext>
            </a:extLst>
          </p:cNvPr>
          <p:cNvSpPr/>
          <p:nvPr/>
        </p:nvSpPr>
        <p:spPr>
          <a:xfrm flipH="1">
            <a:off x="2426098" y="3907850"/>
            <a:ext cx="298579" cy="588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B23647F-E572-0AF1-4FC8-74F5C69812F8}"/>
              </a:ext>
            </a:extLst>
          </p:cNvPr>
          <p:cNvSpPr/>
          <p:nvPr/>
        </p:nvSpPr>
        <p:spPr>
          <a:xfrm>
            <a:off x="2370255" y="4872174"/>
            <a:ext cx="410267" cy="635012"/>
          </a:xfrm>
          <a:prstGeom prst="downArrow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17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C7B8F2-EB6A-27D1-7239-08CB002450E7}"/>
              </a:ext>
            </a:extLst>
          </p:cNvPr>
          <p:cNvSpPr txBox="1"/>
          <p:nvPr/>
        </p:nvSpPr>
        <p:spPr>
          <a:xfrm>
            <a:off x="1474236" y="429208"/>
            <a:ext cx="7693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3E2A1-27B3-9E1B-8C23-DA1B9B37AB41}"/>
              </a:ext>
            </a:extLst>
          </p:cNvPr>
          <p:cNvSpPr txBox="1"/>
          <p:nvPr/>
        </p:nvSpPr>
        <p:spPr>
          <a:xfrm>
            <a:off x="1474236" y="1418254"/>
            <a:ext cx="7693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Legitimate /  Phishing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92A65C4-0992-9C7F-AF19-C4F891682090}"/>
              </a:ext>
            </a:extLst>
          </p:cNvPr>
          <p:cNvSpPr/>
          <p:nvPr/>
        </p:nvSpPr>
        <p:spPr>
          <a:xfrm>
            <a:off x="2052735" y="829318"/>
            <a:ext cx="559836" cy="5889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57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CE0D-33E5-4EB8-7CEA-430463DE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35D5-FE43-9754-0BCF-11922503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 Machine Learning approach for phishing URL detection.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meaningful structural and security-related URL features.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URLs into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categories.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how automated URL analysis can assist users in identifying suspicious links.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0230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306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Times New Roman</vt:lpstr>
      <vt:lpstr>Gallery</vt:lpstr>
      <vt:lpstr>Title :  Phishing URL Detection System </vt:lpstr>
      <vt:lpstr>Introduction </vt:lpstr>
      <vt:lpstr> Problem Statement </vt:lpstr>
      <vt:lpstr>Project Objectives </vt:lpstr>
      <vt:lpstr>Existing System </vt:lpstr>
      <vt:lpstr>Proposed System </vt:lpstr>
      <vt:lpstr>System Architecture 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Saraswathi S</dc:creator>
  <cp:lastModifiedBy>Saraswathi S</cp:lastModifiedBy>
  <cp:revision>1</cp:revision>
  <dcterms:created xsi:type="dcterms:W3CDTF">2026-10-02T18:42:04Z</dcterms:created>
  <dcterms:modified xsi:type="dcterms:W3CDTF">2026-10-02T19:08:20Z</dcterms:modified>
</cp:coreProperties>
</file>